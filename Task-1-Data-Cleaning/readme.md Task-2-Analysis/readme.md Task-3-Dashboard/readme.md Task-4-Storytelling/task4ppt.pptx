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350</c:v>
                </c:pt>
                <c:pt idx="2">
                  <c:v>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97-47BC-810D-168C07214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Region 1</c:v>
                </c:pt>
                <c:pt idx="1">
                  <c:v>Region 2</c:v>
                </c:pt>
                <c:pt idx="2">
                  <c:v>Region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300</c:v>
                </c:pt>
                <c:pt idx="2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09-43EF-BF46-E9555DAA00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Data-Driven Business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Storytelling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Inconsistent sales performance</a:t>
            </a:r>
          </a:p>
          <a:p>
            <a:r>
              <a:t>Underperforming products and regions</a:t>
            </a:r>
          </a:p>
          <a:p>
            <a:r>
              <a:t>Need for data-driven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Sales, product, and transaction data</a:t>
            </a:r>
          </a:p>
          <a:p>
            <a:r>
              <a:t>Used to identify patterns and trends</a:t>
            </a:r>
          </a:p>
          <a:p>
            <a:r>
              <a:t>Cleaned and validated for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Product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products drive majority revenue</a:t>
            </a:r>
          </a:p>
          <a:p>
            <a:r>
              <a:t>Sales uneven across regions</a:t>
            </a:r>
          </a:p>
          <a:p>
            <a:r>
              <a:t>Low performers impact overall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products significantly impact total sales</a:t>
            </a:r>
          </a:p>
          <a:p>
            <a:r>
              <a:t>Statistical test confirms strong relationship</a:t>
            </a:r>
          </a:p>
          <a:p>
            <a:r>
              <a:t>Insight is data-supported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Focus on high-performing products</a:t>
            </a:r>
          </a:p>
          <a:p>
            <a:r>
              <a:t>Improve or remove low performers</a:t>
            </a:r>
          </a:p>
          <a:p>
            <a:r>
              <a:t>Expand strong strategies to weak regions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Clear gaps identified using data</a:t>
            </a:r>
          </a:p>
          <a:p>
            <a:r>
              <a:t>Strategic focus improves performance</a:t>
            </a:r>
          </a:p>
          <a:p>
            <a:r>
              <a:t>Data-driven decisions ensure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Data-Driven Business Insights</vt:lpstr>
      <vt:lpstr>Business Problem</vt:lpstr>
      <vt:lpstr>Dataset Overview</vt:lpstr>
      <vt:lpstr>Sales by Product</vt:lpstr>
      <vt:lpstr>Revenue Comparison</vt:lpstr>
      <vt:lpstr>Key Insights</vt:lpstr>
      <vt:lpstr>Hypothesis Result</vt:lpstr>
      <vt:lpstr>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Tejashree</dc:creator>
  <cp:keywords/>
  <dc:description>generated using python-pptx</dc:description>
  <cp:lastModifiedBy>tejashreeteja95@gmail.com</cp:lastModifiedBy>
  <cp:revision>1</cp:revision>
  <dcterms:created xsi:type="dcterms:W3CDTF">2013-01-27T09:14:16Z</dcterms:created>
  <dcterms:modified xsi:type="dcterms:W3CDTF">2026-05-03T17:27:15Z</dcterms:modified>
  <cp:category/>
</cp:coreProperties>
</file>